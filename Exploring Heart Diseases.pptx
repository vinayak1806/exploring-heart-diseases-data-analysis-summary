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4630400" cy="8229600"/>
  <p:notesSz cx="14630400" cy="8229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1520" y="329184"/>
            <a:ext cx="13167360" cy="13167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1520" y="1892808"/>
            <a:ext cx="13167360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2025-12-06T19:05:32Z</dcterms:created>
  <dcterms:modified xsi:type="dcterms:W3CDTF">2025-12-06T19:05:32Z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2025-12-06T00:00:00Z</vt:filetime>
  </property>
  <property fmtid="{D5CDD505-2E9C-101B-9397-08002B2CF9AE}" pid="3" name="LastSaved">
    <vt:filetime>2025-12-06T00:00:00Z</vt:filetime>
  </property>
  <property fmtid="{D5CDD505-2E9C-101B-9397-08002B2CF9AE}" pid="4" name="Producer">
    <vt:lpwstr>3-Heights(TM) PDF Security Shell 4.8.25.2 (http://www.pdf-tools.com)</vt:lpwstr>
  </property>
</Properties>
</file>